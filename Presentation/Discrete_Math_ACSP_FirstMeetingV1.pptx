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029200"/>
            <a:ext cx="2926080" cy="1645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5349240"/>
            <a:ext cx="237744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5669280"/>
            <a:ext cx="18288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ACSP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FIRST-MEETING ORIENTATION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 Mathematics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for Computer Science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Zouhair El Hadiq   ·   Ismail Bouisha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956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of Mathematics &amp; Computer Science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— let's set the stage for the semester.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your professors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40233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68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Zouhair El Hadiq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1031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— Discrete Math &amp; CS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3520440"/>
            <a:ext cx="4434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3703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foundations of computing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logic, combinatorics,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zouhairelhadiq@gmail.com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1828800"/>
            <a:ext cx="52578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1828800"/>
            <a:ext cx="73152" cy="40233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1"/>
          <p:cNvSpPr/>
          <p:nvPr/>
        </p:nvSpPr>
        <p:spPr>
          <a:xfrm>
            <a:off x="6766560" y="2240280"/>
            <a:ext cx="914400" cy="9144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4688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0956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Ismail Bouisha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9095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— Discrete Math &amp; CS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66560" y="3520440"/>
            <a:ext cx="4434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66560" y="3703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foundations of computing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graph theory, formal methods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Co-instructor for this module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instructors, one shared course — feel free to reach out to either of us.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ACSP  ·  2026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discrete math is the language of 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discrete machines: bits, states, and steps. Discrete mathematics gives you the vocabulary and tools to reason about them rigorously — before you write a single line of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4231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80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7889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&amp; Complexity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5204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correctness and efficiency. Big-O, recursion, induction.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95060" y="24231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5060" y="24231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5100" y="27432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28803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92340" y="27889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&amp; Verification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15100" y="35204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logic powers circuits, proofs, and program correctness.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3662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43662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46863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234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7320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&amp; Networks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8680" y="54635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web, social graphs, routing, and dependencies.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95060" y="43662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95060" y="43662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Shape 20"/>
          <p:cNvSpPr/>
          <p:nvPr/>
        </p:nvSpPr>
        <p:spPr>
          <a:xfrm>
            <a:off x="6515100" y="46863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482346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92340" y="47320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Cryptography &amp; Security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6515100" y="54635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arithmetic, number theory and combinatorics under the hood.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ACSP  ·  2026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see this semester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&amp; Proofs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Propositions, predicates, quantifiers, proof techniques, induction.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&amp; Functions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572000" y="2971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Sets, relations, equivalence, functions, cardinality.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9659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Theory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8321040" y="2971800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6"/>
          <p:cNvSpPr/>
          <p:nvPr/>
        </p:nvSpPr>
        <p:spPr>
          <a:xfrm>
            <a:off x="832104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Divisibility, modular arithmetic, GCD, primes, applications.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096512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4325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37083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4873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Combinatorics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22960" y="5376672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/>
          <p:nvPr/>
        </p:nvSpPr>
        <p:spPr>
          <a:xfrm>
            <a:off x="822960" y="5513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Counting, permutations, combinations, binomial identities.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297680" y="4096512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0" y="4325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37083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572000" y="4873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Theory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4572000" y="5376672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26"/>
          <p:cNvSpPr/>
          <p:nvPr/>
        </p:nvSpPr>
        <p:spPr>
          <a:xfrm>
            <a:off x="4572000" y="5513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Graphs, trees, traversals, shortest paths, applications.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046720" y="4096512"/>
            <a:ext cx="365760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321040" y="4325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4370832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21040" y="4873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&amp; Recursion</a:t>
            </a:r>
            <a:endParaRPr lang="en-US" sz="1800" dirty="0"/>
          </a:p>
        </p:txBody>
      </p:sp>
      <p:sp>
        <p:nvSpPr>
          <p:cNvPr id="38" name="Shape 30"/>
          <p:cNvSpPr/>
          <p:nvPr/>
        </p:nvSpPr>
        <p:spPr>
          <a:xfrm>
            <a:off x="8321040" y="5376672"/>
            <a:ext cx="365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1"/>
          <p:cNvSpPr/>
          <p:nvPr/>
        </p:nvSpPr>
        <p:spPr>
          <a:xfrm>
            <a:off x="8321040" y="5513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Recursion, recurrences, complexity, algorithmic thinking.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ACSP  ·  2026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 WILL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theory to working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move between blackboard math and live code. Every concept we prove, we will also try to compute, simulate, or visualize.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3535680" cy="4572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286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306324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411480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readable language used everywhere in modern computing — our default playground.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12920" y="228600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12920" y="2286000"/>
            <a:ext cx="3535680" cy="4572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2377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53000" y="2286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SymPy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063240"/>
            <a:ext cx="914400" cy="914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87240" y="411480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math in Python: simplification, equations, modular arithmetic, combinatorics.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077200" y="228600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077200" y="2286000"/>
            <a:ext cx="3535680" cy="4572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0" y="237744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17280" y="2286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Notebooks</a:t>
            </a:r>
            <a:endParaRPr lang="en-US" sz="1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840" y="3063240"/>
            <a:ext cx="914400" cy="914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351520" y="411480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code, math (LaTeX), and explanations in a single document — perfect for our exercises.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ECFEFF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44068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combo?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1371600" y="56692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mirrors how a modern engineer or researcher actually works: write the proof, run the simulation, share the notebook.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ACSP  ·  2026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submissions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Notebook-based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assignment is a Jupyter notebook. You complete the cells, run them, and submit the .ipynb file.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8986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notebook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30449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examples, and exercises in one document.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6758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the solution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and SymPy to answer or verify each exercise.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4531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all cells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88720" y="4599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every cell executes without error before submitting.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23036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the .ipynb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88720" y="5376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notebook before the deadline. Late = penalty.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766560" y="1691640"/>
            <a:ext cx="4846320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7"/>
          <p:cNvSpPr/>
          <p:nvPr/>
        </p:nvSpPr>
        <p:spPr>
          <a:xfrm>
            <a:off x="6766560" y="1691640"/>
            <a:ext cx="4846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18"/>
          <p:cNvSpPr/>
          <p:nvPr/>
        </p:nvSpPr>
        <p:spPr>
          <a:xfrm>
            <a:off x="713232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Grading at a glance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13232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final weighting will be confirmed.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1323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assignments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3327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132320" y="321868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1323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exam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033272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132320" y="381304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13232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33272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7132320" y="440740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32320" y="4617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033272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7132320" y="500176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132320" y="5257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are not just for grading — they are how you keep a personal log of what you've learned.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ACSP  ·  2026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344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when you are.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curiosity. We'll bring the rest.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623560" y="4069080"/>
            <a:ext cx="914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3"/>
          <p:cNvSpPr/>
          <p:nvPr/>
        </p:nvSpPr>
        <p:spPr>
          <a:xfrm>
            <a:off x="2331720" y="452628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469087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rigorously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035040" y="452628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469087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0060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with code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9738360" y="452628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952" y="4690872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392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together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zouhairelhadiq@gmail.com   ·   Ismail Bouisha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ACSP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— First Meeting</dc:title>
  <dc:subject>PptxGenJS Presentation</dc:subject>
  <dc:creator>Zouhair El Hadiq &amp; Ismail Bouisha</dc:creator>
  <cp:lastModifiedBy>Zouhair El Hadiq &amp; Ismail Bouisha</cp:lastModifiedBy>
  <cp:revision>1</cp:revision>
  <dcterms:created xsi:type="dcterms:W3CDTF">2026-05-06T19:53:24Z</dcterms:created>
  <dcterms:modified xsi:type="dcterms:W3CDTF">2026-05-06T19:53:24Z</dcterms:modified>
</cp:coreProperties>
</file>